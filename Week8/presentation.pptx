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House Price Analysis &amp;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Name: Reethika Kalvacherla </a:t>
            </a:r>
          </a:p>
          <a:p>
            <a:r>
              <a:rPr lang="en-US" dirty="0"/>
              <a:t>Role: Data Science Intern </a:t>
            </a:r>
          </a:p>
          <a:p>
            <a:r>
              <a:rPr lang="en-US" dirty="0"/>
              <a:t>Date</a:t>
            </a:r>
            <a:r>
              <a:rPr lang="en-US"/>
              <a:t>: 06/04/2026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34AC38-7481-1108-56DC-9F82B5D56B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8202" y="1576668"/>
            <a:ext cx="417614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estate pricing is often inaccurate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Difficult to identify key price factors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Leads to poor investment decisions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price factors</a:t>
            </a:r>
          </a:p>
          <a:p>
            <a:r>
              <a:t>Identify trends</a:t>
            </a:r>
          </a:p>
          <a:p>
            <a:r>
              <a:t>Build prediction model</a:t>
            </a:r>
          </a:p>
          <a:p>
            <a:r>
              <a:t>Provide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House price dataset</a:t>
            </a:r>
          </a:p>
          <a:p>
            <a:r>
              <a:t>300+ rows</a:t>
            </a:r>
          </a:p>
          <a:p>
            <a:r>
              <a:t>Features: Area, Bedrooms, Price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0CE44C-E384-713C-3974-FC788D9203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36504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Cleaning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Exploratory Data Analysis (EDA)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Correlation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Regression Modeling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Insights &amp; Recommendations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930E9D-26F5-D946-A7AC-44085511F3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758" y="1674674"/>
            <a:ext cx="276550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Handled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duplicates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data types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220EAC-DFB7-49CE-125F-D7B0BDFB5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7982" y="1629621"/>
            <a:ext cx="4836627" cy="3598757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B09E03B-E17B-3459-50D0-011A4830F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01" y="2260400"/>
            <a:ext cx="46558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houses fall within a specific price    range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Some high-value outliers observed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 vs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62756" cy="4525963"/>
          </a:xfrm>
        </p:spPr>
        <p:txBody>
          <a:bodyPr/>
          <a:lstStyle/>
          <a:p>
            <a:r>
              <a:rPr lang="en-US" sz="2400" dirty="0"/>
              <a:t>Strong positive relationship </a:t>
            </a:r>
          </a:p>
          <a:p>
            <a:r>
              <a:rPr lang="en-US" sz="2400" dirty="0"/>
              <a:t>Larger houses → higher price 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6DAF3-F667-2A5B-B1A1-CC91D65F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87" y="2659094"/>
            <a:ext cx="4667036" cy="35319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8A45AB-1589-1877-F876-3987E11799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8913" y="1727832"/>
            <a:ext cx="42530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Area highly correlated with price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Other features show moderate impact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5CE761-ECC9-161D-BB18-FE630BDFA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675" y="2466295"/>
            <a:ext cx="4483934" cy="36342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EB7C1F-9148-A9C2-23AC-A541F16316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89953"/>
            <a:ext cx="4270721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Linear Regression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on 80%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on 20% data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dirty="0"/>
              <a:t>Mean Absolute Error: 6008382.406257718</a:t>
            </a:r>
          </a:p>
          <a:p>
            <a:pPr latinLnBrk="1"/>
            <a:r>
              <a:rPr lang="en-US" dirty="0"/>
              <a:t>R2 Score: 0.5986323407470491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Area is the most important factor </a:t>
            </a:r>
          </a:p>
          <a:p>
            <a:r>
              <a:rPr lang="en-US" dirty="0"/>
              <a:t>Larger homes have higher value </a:t>
            </a:r>
          </a:p>
          <a:p>
            <a:r>
              <a:rPr lang="en-US" dirty="0"/>
              <a:t>Some features have low impact </a:t>
            </a:r>
          </a:p>
          <a:p>
            <a:r>
              <a:rPr lang="en-US" dirty="0"/>
              <a:t>Outliers exist in pricing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larger properties for higher ROI </a:t>
            </a:r>
          </a:p>
          <a:p>
            <a:r>
              <a:rPr lang="en-US" dirty="0"/>
              <a:t>Invest in high-demand areas </a:t>
            </a:r>
          </a:p>
          <a:p>
            <a:r>
              <a:rPr lang="en-US" dirty="0"/>
              <a:t>Use data-driven pricing models </a:t>
            </a:r>
          </a:p>
          <a:p>
            <a:r>
              <a:rPr lang="en-US" dirty="0"/>
              <a:t>Avoid overpricing low-feature houses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pricing accuracy </a:t>
            </a:r>
          </a:p>
          <a:p>
            <a:r>
              <a:rPr lang="en-US" dirty="0"/>
              <a:t>Improved investment decisions </a:t>
            </a:r>
          </a:p>
          <a:p>
            <a:r>
              <a:rPr lang="en-US" dirty="0"/>
              <a:t>Increased profitability </a:t>
            </a:r>
          </a:p>
          <a:p>
            <a:r>
              <a:rPr lang="en-US" dirty="0"/>
              <a:t>Reduced risk </a:t>
            </a:r>
          </a:p>
          <a:p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analysis improves decision-making </a:t>
            </a:r>
          </a:p>
          <a:p>
            <a:r>
              <a:rPr lang="en-US" dirty="0"/>
              <a:t>Predictive models help estimate prices </a:t>
            </a:r>
          </a:p>
          <a:p>
            <a:r>
              <a:rPr lang="en-US" dirty="0"/>
              <a:t>Insights can guide real estate strategy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46" y="2438997"/>
            <a:ext cx="8229600" cy="114300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244</Words>
  <Application>Microsoft Office PowerPoint</Application>
  <PresentationFormat>On-screen Show (4:3)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House Price Analysis &amp; Prediction</vt:lpstr>
      <vt:lpstr>Problem Statement</vt:lpstr>
      <vt:lpstr>Objectives</vt:lpstr>
      <vt:lpstr>Dataset Overview</vt:lpstr>
      <vt:lpstr>Approach</vt:lpstr>
      <vt:lpstr>Data Cleaning</vt:lpstr>
      <vt:lpstr>Price Distribution</vt:lpstr>
      <vt:lpstr>Area vs Price</vt:lpstr>
      <vt:lpstr>Correlation Heatmap</vt:lpstr>
      <vt:lpstr>Model Building</vt:lpstr>
      <vt:lpstr>Model Performance</vt:lpstr>
      <vt:lpstr>Key Insights</vt:lpstr>
      <vt:lpstr>Recommendations</vt:lpstr>
      <vt:lpstr>Business Impact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Kalvacherla Reethika</cp:lastModifiedBy>
  <cp:revision>3</cp:revision>
  <dcterms:created xsi:type="dcterms:W3CDTF">2013-01-27T09:14:16Z</dcterms:created>
  <dcterms:modified xsi:type="dcterms:W3CDTF">2026-04-06T12:37:13Z</dcterms:modified>
  <cp:category/>
</cp:coreProperties>
</file>